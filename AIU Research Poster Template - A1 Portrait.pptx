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3"/>
  </p:notesMasterIdLst>
  <p:sldIdLst>
    <p:sldId id="256" r:id="rId2"/>
  </p:sldIdLst>
  <p:sldSz cx="21388388" cy="3027521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6" userDrawn="1">
          <p15:clr>
            <a:srgbClr val="A4A3A4"/>
          </p15:clr>
        </p15:guide>
        <p15:guide id="2" pos="673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nnatallah Osama Khalil Khalil Ibrahim" initials="MOKKI" lastIdx="1" clrIdx="0">
    <p:extLst>
      <p:ext uri="{19B8F6BF-5375-455C-9EA6-DF929625EA0E}">
        <p15:presenceInfo xmlns:p15="http://schemas.microsoft.com/office/powerpoint/2012/main" userId="S::mennatallah.khalil.2024@aiu.edu.eg::1cd4efe4-e837-4d17-b8ef-046b9ba61a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80"/>
    <a:srgbClr val="989898"/>
    <a:srgbClr val="0F0F6D"/>
    <a:srgbClr val="EAEAE9"/>
    <a:srgbClr val="D72229"/>
    <a:srgbClr val="CA2126"/>
    <a:srgbClr val="4EB7D0"/>
    <a:srgbClr val="0F487A"/>
    <a:srgbClr val="2B8B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65" autoAdjust="0"/>
  </p:normalViewPr>
  <p:slideViewPr>
    <p:cSldViewPr>
      <p:cViewPr>
        <p:scale>
          <a:sx n="33" d="100"/>
          <a:sy n="33" d="100"/>
        </p:scale>
        <p:origin x="1140" y="24"/>
      </p:cViewPr>
      <p:guideLst>
        <p:guide orient="horz" pos="9536"/>
        <p:guide pos="67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07F7277-22FF-428A-94AE-C9409A57963A}" type="datetimeFigureOut">
              <a:rPr lang="en-US" smtClean="0"/>
              <a:t>12/21/2025</a:t>
            </a:fld>
            <a:endParaRPr lang="en-US"/>
          </a:p>
        </p:txBody>
      </p:sp>
      <p:sp>
        <p:nvSpPr>
          <p:cNvPr id="4" name="Slide Image Placeholder 3"/>
          <p:cNvSpPr>
            <a:spLocks noGrp="1" noRot="1" noChangeAspect="1"/>
          </p:cNvSpPr>
          <p:nvPr>
            <p:ph type="sldImg" idx="2"/>
          </p:nvPr>
        </p:nvSpPr>
        <p:spPr>
          <a:xfrm>
            <a:off x="3754438" y="857250"/>
            <a:ext cx="163512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15B324B-D9B7-43F6-998A-FF84E124F27D}" type="slidenum">
              <a:rPr lang="en-US" smtClean="0"/>
              <a:t>‹#›</a:t>
            </a:fld>
            <a:endParaRPr lang="en-US"/>
          </a:p>
        </p:txBody>
      </p:sp>
    </p:spTree>
    <p:extLst>
      <p:ext uri="{BB962C8B-B14F-4D97-AF65-F5344CB8AC3E}">
        <p14:creationId xmlns:p14="http://schemas.microsoft.com/office/powerpoint/2010/main" val="2334313328"/>
      </p:ext>
    </p:extLst>
  </p:cSld>
  <p:clrMap bg1="lt1" tx1="dk1" bg2="lt2" tx2="dk2" accent1="accent1" accent2="accent2" accent3="accent3" accent4="accent4" accent5="accent5" accent6="accent6" hlink="hlink" folHlink="folHlink"/>
  <p:notesStyle>
    <a:lvl1pPr marL="0" algn="l" defTabSz="656022" rtl="0" eaLnBrk="1" latinLnBrk="0" hangingPunct="1">
      <a:defRPr sz="861" kern="1200">
        <a:solidFill>
          <a:schemeClr val="tx1"/>
        </a:solidFill>
        <a:latin typeface="+mn-lt"/>
        <a:ea typeface="+mn-ea"/>
        <a:cs typeface="+mn-cs"/>
      </a:defRPr>
    </a:lvl1pPr>
    <a:lvl2pPr marL="328011" algn="l" defTabSz="656022" rtl="0" eaLnBrk="1" latinLnBrk="0" hangingPunct="1">
      <a:defRPr sz="861" kern="1200">
        <a:solidFill>
          <a:schemeClr val="tx1"/>
        </a:solidFill>
        <a:latin typeface="+mn-lt"/>
        <a:ea typeface="+mn-ea"/>
        <a:cs typeface="+mn-cs"/>
      </a:defRPr>
    </a:lvl2pPr>
    <a:lvl3pPr marL="656022" algn="l" defTabSz="656022" rtl="0" eaLnBrk="1" latinLnBrk="0" hangingPunct="1">
      <a:defRPr sz="861" kern="1200">
        <a:solidFill>
          <a:schemeClr val="tx1"/>
        </a:solidFill>
        <a:latin typeface="+mn-lt"/>
        <a:ea typeface="+mn-ea"/>
        <a:cs typeface="+mn-cs"/>
      </a:defRPr>
    </a:lvl3pPr>
    <a:lvl4pPr marL="984033" algn="l" defTabSz="656022" rtl="0" eaLnBrk="1" latinLnBrk="0" hangingPunct="1">
      <a:defRPr sz="861" kern="1200">
        <a:solidFill>
          <a:schemeClr val="tx1"/>
        </a:solidFill>
        <a:latin typeface="+mn-lt"/>
        <a:ea typeface="+mn-ea"/>
        <a:cs typeface="+mn-cs"/>
      </a:defRPr>
    </a:lvl4pPr>
    <a:lvl5pPr marL="1312043" algn="l" defTabSz="656022" rtl="0" eaLnBrk="1" latinLnBrk="0" hangingPunct="1">
      <a:defRPr sz="861" kern="1200">
        <a:solidFill>
          <a:schemeClr val="tx1"/>
        </a:solidFill>
        <a:latin typeface="+mn-lt"/>
        <a:ea typeface="+mn-ea"/>
        <a:cs typeface="+mn-cs"/>
      </a:defRPr>
    </a:lvl5pPr>
    <a:lvl6pPr marL="1640054" algn="l" defTabSz="656022" rtl="0" eaLnBrk="1" latinLnBrk="0" hangingPunct="1">
      <a:defRPr sz="861" kern="1200">
        <a:solidFill>
          <a:schemeClr val="tx1"/>
        </a:solidFill>
        <a:latin typeface="+mn-lt"/>
        <a:ea typeface="+mn-ea"/>
        <a:cs typeface="+mn-cs"/>
      </a:defRPr>
    </a:lvl6pPr>
    <a:lvl7pPr marL="1968065" algn="l" defTabSz="656022" rtl="0" eaLnBrk="1" latinLnBrk="0" hangingPunct="1">
      <a:defRPr sz="861" kern="1200">
        <a:solidFill>
          <a:schemeClr val="tx1"/>
        </a:solidFill>
        <a:latin typeface="+mn-lt"/>
        <a:ea typeface="+mn-ea"/>
        <a:cs typeface="+mn-cs"/>
      </a:defRPr>
    </a:lvl7pPr>
    <a:lvl8pPr marL="2296076" algn="l" defTabSz="656022" rtl="0" eaLnBrk="1" latinLnBrk="0" hangingPunct="1">
      <a:defRPr sz="861" kern="1200">
        <a:solidFill>
          <a:schemeClr val="tx1"/>
        </a:solidFill>
        <a:latin typeface="+mn-lt"/>
        <a:ea typeface="+mn-ea"/>
        <a:cs typeface="+mn-cs"/>
      </a:defRPr>
    </a:lvl8pPr>
    <a:lvl9pPr marL="2624087" algn="l" defTabSz="656022" rtl="0" eaLnBrk="1" latinLnBrk="0" hangingPunct="1">
      <a:defRPr sz="86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54438" y="857250"/>
            <a:ext cx="1635125" cy="2314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5B324B-D9B7-43F6-998A-FF84E124F27D}" type="slidenum">
              <a:rPr lang="en-US" smtClean="0"/>
              <a:t>1</a:t>
            </a:fld>
            <a:endParaRPr lang="en-US"/>
          </a:p>
        </p:txBody>
      </p:sp>
    </p:spTree>
    <p:extLst>
      <p:ext uri="{BB962C8B-B14F-4D97-AF65-F5344CB8AC3E}">
        <p14:creationId xmlns:p14="http://schemas.microsoft.com/office/powerpoint/2010/main" val="280650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129" y="4954765"/>
            <a:ext cx="18180130" cy="10540259"/>
          </a:xfrm>
        </p:spPr>
        <p:txBody>
          <a:bodyPr anchor="b"/>
          <a:lstStyle>
            <a:lvl1pPr algn="ctr">
              <a:defRPr sz="14035"/>
            </a:lvl1pPr>
          </a:lstStyle>
          <a:p>
            <a:r>
              <a:rPr lang="en-US"/>
              <a:t>Click to edit Master title style</a:t>
            </a:r>
            <a:endParaRPr lang="en-US" dirty="0"/>
          </a:p>
        </p:txBody>
      </p:sp>
      <p:sp>
        <p:nvSpPr>
          <p:cNvPr id="3" name="Subtitle 2"/>
          <p:cNvSpPr>
            <a:spLocks noGrp="1"/>
          </p:cNvSpPr>
          <p:nvPr>
            <p:ph type="subTitle" idx="1"/>
          </p:nvPr>
        </p:nvSpPr>
        <p:spPr>
          <a:xfrm>
            <a:off x="2673549" y="15901497"/>
            <a:ext cx="16041291" cy="7309499"/>
          </a:xfrm>
        </p:spPr>
        <p:txBody>
          <a:bodyPr/>
          <a:lstStyle>
            <a:lvl1pPr marL="0" indent="0" algn="ctr">
              <a:buNone/>
              <a:defRPr sz="5614"/>
            </a:lvl1pPr>
            <a:lvl2pPr marL="1069437" indent="0" algn="ctr">
              <a:buNone/>
              <a:defRPr sz="4678"/>
            </a:lvl2pPr>
            <a:lvl3pPr marL="2138873" indent="0" algn="ctr">
              <a:buNone/>
              <a:defRPr sz="4210"/>
            </a:lvl3pPr>
            <a:lvl4pPr marL="3208310" indent="0" algn="ctr">
              <a:buNone/>
              <a:defRPr sz="3743"/>
            </a:lvl4pPr>
            <a:lvl5pPr marL="4277746" indent="0" algn="ctr">
              <a:buNone/>
              <a:defRPr sz="3743"/>
            </a:lvl5pPr>
            <a:lvl6pPr marL="5347183" indent="0" algn="ctr">
              <a:buNone/>
              <a:defRPr sz="3743"/>
            </a:lvl6pPr>
            <a:lvl7pPr marL="6416619" indent="0" algn="ctr">
              <a:buNone/>
              <a:defRPr sz="3743"/>
            </a:lvl7pPr>
            <a:lvl8pPr marL="7486056" indent="0" algn="ctr">
              <a:buNone/>
              <a:defRPr sz="3743"/>
            </a:lvl8pPr>
            <a:lvl9pPr marL="8555492" indent="0" algn="ctr">
              <a:buNone/>
              <a:defRPr sz="374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C7D56E-918D-42DD-8844-ED264C42F445}"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4272072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C7D56E-918D-42DD-8844-ED264C42F445}"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1598962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9313" y="7547788"/>
            <a:ext cx="18447485" cy="12593645"/>
          </a:xfrm>
        </p:spPr>
        <p:txBody>
          <a:bodyPr anchor="b"/>
          <a:lstStyle>
            <a:lvl1pPr>
              <a:defRPr sz="14035"/>
            </a:lvl1pPr>
          </a:lstStyle>
          <a:p>
            <a:r>
              <a:rPr lang="en-US"/>
              <a:t>Click to edit Master title style</a:t>
            </a:r>
            <a:endParaRPr lang="en-US" dirty="0"/>
          </a:p>
        </p:txBody>
      </p:sp>
      <p:sp>
        <p:nvSpPr>
          <p:cNvPr id="3" name="Text Placeholder 2"/>
          <p:cNvSpPr>
            <a:spLocks noGrp="1"/>
          </p:cNvSpPr>
          <p:nvPr>
            <p:ph type="body" idx="1"/>
          </p:nvPr>
        </p:nvSpPr>
        <p:spPr>
          <a:xfrm>
            <a:off x="1459313" y="20260574"/>
            <a:ext cx="18447485" cy="6622701"/>
          </a:xfrm>
        </p:spPr>
        <p:txBody>
          <a:bodyPr/>
          <a:lstStyle>
            <a:lvl1pPr marL="0" indent="0">
              <a:buNone/>
              <a:defRPr sz="5614">
                <a:solidFill>
                  <a:schemeClr val="tx1"/>
                </a:solidFill>
              </a:defRPr>
            </a:lvl1pPr>
            <a:lvl2pPr marL="1069437" indent="0">
              <a:buNone/>
              <a:defRPr sz="4678">
                <a:solidFill>
                  <a:schemeClr val="tx1">
                    <a:tint val="75000"/>
                  </a:schemeClr>
                </a:solidFill>
              </a:defRPr>
            </a:lvl2pPr>
            <a:lvl3pPr marL="2138873" indent="0">
              <a:buNone/>
              <a:defRPr sz="4210">
                <a:solidFill>
                  <a:schemeClr val="tx1">
                    <a:tint val="75000"/>
                  </a:schemeClr>
                </a:solidFill>
              </a:defRPr>
            </a:lvl3pPr>
            <a:lvl4pPr marL="3208310" indent="0">
              <a:buNone/>
              <a:defRPr sz="3743">
                <a:solidFill>
                  <a:schemeClr val="tx1">
                    <a:tint val="75000"/>
                  </a:schemeClr>
                </a:solidFill>
              </a:defRPr>
            </a:lvl4pPr>
            <a:lvl5pPr marL="4277746" indent="0">
              <a:buNone/>
              <a:defRPr sz="3743">
                <a:solidFill>
                  <a:schemeClr val="tx1">
                    <a:tint val="75000"/>
                  </a:schemeClr>
                </a:solidFill>
              </a:defRPr>
            </a:lvl5pPr>
            <a:lvl6pPr marL="5347183" indent="0">
              <a:buNone/>
              <a:defRPr sz="3743">
                <a:solidFill>
                  <a:schemeClr val="tx1">
                    <a:tint val="75000"/>
                  </a:schemeClr>
                </a:solidFill>
              </a:defRPr>
            </a:lvl6pPr>
            <a:lvl7pPr marL="6416619" indent="0">
              <a:buNone/>
              <a:defRPr sz="3743">
                <a:solidFill>
                  <a:schemeClr val="tx1">
                    <a:tint val="75000"/>
                  </a:schemeClr>
                </a:solidFill>
              </a:defRPr>
            </a:lvl7pPr>
            <a:lvl8pPr marL="7486056" indent="0">
              <a:buNone/>
              <a:defRPr sz="3743">
                <a:solidFill>
                  <a:schemeClr val="tx1">
                    <a:tint val="75000"/>
                  </a:schemeClr>
                </a:solidFill>
              </a:defRPr>
            </a:lvl8pPr>
            <a:lvl9pPr marL="8555492" indent="0">
              <a:buNone/>
              <a:defRPr sz="37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C7D56E-918D-42DD-8844-ED264C42F445}"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854428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452" y="8059374"/>
            <a:ext cx="9090065"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7871" y="8059374"/>
            <a:ext cx="9090065"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C7D56E-918D-42DD-8844-ED264C42F445}"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872626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3237" y="1611882"/>
            <a:ext cx="18447485" cy="58518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3240" y="7421634"/>
            <a:ext cx="9048289" cy="3637228"/>
          </a:xfrm>
        </p:spPr>
        <p:txBody>
          <a:bodyPr anchor="b"/>
          <a:lstStyle>
            <a:lvl1pPr marL="0" indent="0">
              <a:buNone/>
              <a:defRPr sz="5614" b="1"/>
            </a:lvl1pPr>
            <a:lvl2pPr marL="1069437" indent="0">
              <a:buNone/>
              <a:defRPr sz="4678" b="1"/>
            </a:lvl2pPr>
            <a:lvl3pPr marL="2138873" indent="0">
              <a:buNone/>
              <a:defRPr sz="4210" b="1"/>
            </a:lvl3pPr>
            <a:lvl4pPr marL="3208310" indent="0">
              <a:buNone/>
              <a:defRPr sz="3743" b="1"/>
            </a:lvl4pPr>
            <a:lvl5pPr marL="4277746" indent="0">
              <a:buNone/>
              <a:defRPr sz="3743" b="1"/>
            </a:lvl5pPr>
            <a:lvl6pPr marL="5347183" indent="0">
              <a:buNone/>
              <a:defRPr sz="3743" b="1"/>
            </a:lvl6pPr>
            <a:lvl7pPr marL="6416619" indent="0">
              <a:buNone/>
              <a:defRPr sz="3743" b="1"/>
            </a:lvl7pPr>
            <a:lvl8pPr marL="7486056" indent="0">
              <a:buNone/>
              <a:defRPr sz="3743" b="1"/>
            </a:lvl8pPr>
            <a:lvl9pPr marL="8555492" indent="0">
              <a:buNone/>
              <a:defRPr sz="3743" b="1"/>
            </a:lvl9pPr>
          </a:lstStyle>
          <a:p>
            <a:pPr lvl="0"/>
            <a:r>
              <a:rPr lang="en-US"/>
              <a:t>Click to edit Master text styles</a:t>
            </a:r>
          </a:p>
        </p:txBody>
      </p:sp>
      <p:sp>
        <p:nvSpPr>
          <p:cNvPr id="4" name="Content Placeholder 3"/>
          <p:cNvSpPr>
            <a:spLocks noGrp="1"/>
          </p:cNvSpPr>
          <p:nvPr>
            <p:ph sz="half" idx="2"/>
          </p:nvPr>
        </p:nvSpPr>
        <p:spPr>
          <a:xfrm>
            <a:off x="1473240" y="11058863"/>
            <a:ext cx="9048289"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7872" y="7421634"/>
            <a:ext cx="9092851" cy="3637228"/>
          </a:xfrm>
        </p:spPr>
        <p:txBody>
          <a:bodyPr anchor="b"/>
          <a:lstStyle>
            <a:lvl1pPr marL="0" indent="0">
              <a:buNone/>
              <a:defRPr sz="5614" b="1"/>
            </a:lvl1pPr>
            <a:lvl2pPr marL="1069437" indent="0">
              <a:buNone/>
              <a:defRPr sz="4678" b="1"/>
            </a:lvl2pPr>
            <a:lvl3pPr marL="2138873" indent="0">
              <a:buNone/>
              <a:defRPr sz="4210" b="1"/>
            </a:lvl3pPr>
            <a:lvl4pPr marL="3208310" indent="0">
              <a:buNone/>
              <a:defRPr sz="3743" b="1"/>
            </a:lvl4pPr>
            <a:lvl5pPr marL="4277746" indent="0">
              <a:buNone/>
              <a:defRPr sz="3743" b="1"/>
            </a:lvl5pPr>
            <a:lvl6pPr marL="5347183" indent="0">
              <a:buNone/>
              <a:defRPr sz="3743" b="1"/>
            </a:lvl6pPr>
            <a:lvl7pPr marL="6416619" indent="0">
              <a:buNone/>
              <a:defRPr sz="3743" b="1"/>
            </a:lvl7pPr>
            <a:lvl8pPr marL="7486056" indent="0">
              <a:buNone/>
              <a:defRPr sz="3743" b="1"/>
            </a:lvl8pPr>
            <a:lvl9pPr marL="8555492" indent="0">
              <a:buNone/>
              <a:defRPr sz="3743" b="1"/>
            </a:lvl9pPr>
          </a:lstStyle>
          <a:p>
            <a:pPr lvl="0"/>
            <a:r>
              <a:rPr lang="en-US"/>
              <a:t>Click to edit Master text styles</a:t>
            </a:r>
          </a:p>
        </p:txBody>
      </p:sp>
      <p:sp>
        <p:nvSpPr>
          <p:cNvPr id="6" name="Content Placeholder 5"/>
          <p:cNvSpPr>
            <a:spLocks noGrp="1"/>
          </p:cNvSpPr>
          <p:nvPr>
            <p:ph sz="quarter" idx="4"/>
          </p:nvPr>
        </p:nvSpPr>
        <p:spPr>
          <a:xfrm>
            <a:off x="10827872" y="11058863"/>
            <a:ext cx="9092851"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C7D56E-918D-42DD-8844-ED264C42F445}"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1482162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C7D56E-918D-42DD-8844-ED264C42F445}" type="datetimeFigureOut">
              <a:rPr lang="en-US" smtClean="0"/>
              <a:t>12/21/2025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819809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C7D56E-918D-42DD-8844-ED264C42F445}" type="datetimeFigureOut">
              <a:rPr lang="en-US" smtClean="0"/>
              <a:t>12/21/2025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1764719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237" y="2018348"/>
            <a:ext cx="6898312" cy="7064216"/>
          </a:xfrm>
        </p:spPr>
        <p:txBody>
          <a:bodyPr anchor="b"/>
          <a:lstStyle>
            <a:lvl1pPr>
              <a:defRPr sz="7485"/>
            </a:lvl1pPr>
          </a:lstStyle>
          <a:p>
            <a:r>
              <a:rPr lang="en-US"/>
              <a:t>Click to edit Master title style</a:t>
            </a:r>
            <a:endParaRPr lang="en-US" dirty="0"/>
          </a:p>
        </p:txBody>
      </p:sp>
      <p:sp>
        <p:nvSpPr>
          <p:cNvPr id="3" name="Content Placeholder 2"/>
          <p:cNvSpPr>
            <a:spLocks noGrp="1"/>
          </p:cNvSpPr>
          <p:nvPr>
            <p:ph idx="1"/>
          </p:nvPr>
        </p:nvSpPr>
        <p:spPr>
          <a:xfrm>
            <a:off x="9092851" y="4359077"/>
            <a:ext cx="10827871" cy="21515024"/>
          </a:xfrm>
        </p:spPr>
        <p:txBody>
          <a:bodyPr/>
          <a:lstStyle>
            <a:lvl1pPr>
              <a:defRPr sz="7485"/>
            </a:lvl1pPr>
            <a:lvl2pPr>
              <a:defRPr sz="6549"/>
            </a:lvl2pPr>
            <a:lvl3pPr>
              <a:defRPr sz="5614"/>
            </a:lvl3pPr>
            <a:lvl4pPr>
              <a:defRPr sz="4678"/>
            </a:lvl4pPr>
            <a:lvl5pPr>
              <a:defRPr sz="4678"/>
            </a:lvl5pPr>
            <a:lvl6pPr>
              <a:defRPr sz="4678"/>
            </a:lvl6pPr>
            <a:lvl7pPr>
              <a:defRPr sz="4678"/>
            </a:lvl7pPr>
            <a:lvl8pPr>
              <a:defRPr sz="4678"/>
            </a:lvl8pPr>
            <a:lvl9pPr>
              <a:defRPr sz="467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3237" y="9082564"/>
            <a:ext cx="6898312" cy="16826573"/>
          </a:xfrm>
        </p:spPr>
        <p:txBody>
          <a:bodyPr/>
          <a:lstStyle>
            <a:lvl1pPr marL="0" indent="0">
              <a:buNone/>
              <a:defRPr sz="3743"/>
            </a:lvl1pPr>
            <a:lvl2pPr marL="1069437" indent="0">
              <a:buNone/>
              <a:defRPr sz="3275"/>
            </a:lvl2pPr>
            <a:lvl3pPr marL="2138873" indent="0">
              <a:buNone/>
              <a:defRPr sz="2807"/>
            </a:lvl3pPr>
            <a:lvl4pPr marL="3208310" indent="0">
              <a:buNone/>
              <a:defRPr sz="2339"/>
            </a:lvl4pPr>
            <a:lvl5pPr marL="4277746" indent="0">
              <a:buNone/>
              <a:defRPr sz="2339"/>
            </a:lvl5pPr>
            <a:lvl6pPr marL="5347183" indent="0">
              <a:buNone/>
              <a:defRPr sz="2339"/>
            </a:lvl6pPr>
            <a:lvl7pPr marL="6416619" indent="0">
              <a:buNone/>
              <a:defRPr sz="2339"/>
            </a:lvl7pPr>
            <a:lvl8pPr marL="7486056" indent="0">
              <a:buNone/>
              <a:defRPr sz="2339"/>
            </a:lvl8pPr>
            <a:lvl9pPr marL="8555492"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AC7D56E-918D-42DD-8844-ED264C42F445}"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3411328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237" y="2018348"/>
            <a:ext cx="6898312" cy="7064216"/>
          </a:xfrm>
        </p:spPr>
        <p:txBody>
          <a:bodyPr anchor="b"/>
          <a:lstStyle>
            <a:lvl1pPr>
              <a:defRPr sz="7485"/>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2851" y="4359077"/>
            <a:ext cx="10827871" cy="21515024"/>
          </a:xfrm>
        </p:spPr>
        <p:txBody>
          <a:bodyPr anchor="t"/>
          <a:lstStyle>
            <a:lvl1pPr marL="0" indent="0">
              <a:buNone/>
              <a:defRPr sz="7485"/>
            </a:lvl1pPr>
            <a:lvl2pPr marL="1069437" indent="0">
              <a:buNone/>
              <a:defRPr sz="6549"/>
            </a:lvl2pPr>
            <a:lvl3pPr marL="2138873" indent="0">
              <a:buNone/>
              <a:defRPr sz="5614"/>
            </a:lvl3pPr>
            <a:lvl4pPr marL="3208310" indent="0">
              <a:buNone/>
              <a:defRPr sz="4678"/>
            </a:lvl4pPr>
            <a:lvl5pPr marL="4277746" indent="0">
              <a:buNone/>
              <a:defRPr sz="4678"/>
            </a:lvl5pPr>
            <a:lvl6pPr marL="5347183" indent="0">
              <a:buNone/>
              <a:defRPr sz="4678"/>
            </a:lvl6pPr>
            <a:lvl7pPr marL="6416619" indent="0">
              <a:buNone/>
              <a:defRPr sz="4678"/>
            </a:lvl7pPr>
            <a:lvl8pPr marL="7486056" indent="0">
              <a:buNone/>
              <a:defRPr sz="4678"/>
            </a:lvl8pPr>
            <a:lvl9pPr marL="8555492" indent="0">
              <a:buNone/>
              <a:defRPr sz="4678"/>
            </a:lvl9pPr>
          </a:lstStyle>
          <a:p>
            <a:r>
              <a:rPr lang="en-US"/>
              <a:t>Click icon to add picture</a:t>
            </a:r>
            <a:endParaRPr lang="en-US" dirty="0"/>
          </a:p>
        </p:txBody>
      </p:sp>
      <p:sp>
        <p:nvSpPr>
          <p:cNvPr id="4" name="Text Placeholder 3"/>
          <p:cNvSpPr>
            <a:spLocks noGrp="1"/>
          </p:cNvSpPr>
          <p:nvPr>
            <p:ph type="body" sz="half" idx="2"/>
          </p:nvPr>
        </p:nvSpPr>
        <p:spPr>
          <a:xfrm>
            <a:off x="1473237" y="9082564"/>
            <a:ext cx="6898312" cy="16826573"/>
          </a:xfrm>
        </p:spPr>
        <p:txBody>
          <a:bodyPr/>
          <a:lstStyle>
            <a:lvl1pPr marL="0" indent="0">
              <a:buNone/>
              <a:defRPr sz="3743"/>
            </a:lvl1pPr>
            <a:lvl2pPr marL="1069437" indent="0">
              <a:buNone/>
              <a:defRPr sz="3275"/>
            </a:lvl2pPr>
            <a:lvl3pPr marL="2138873" indent="0">
              <a:buNone/>
              <a:defRPr sz="2807"/>
            </a:lvl3pPr>
            <a:lvl4pPr marL="3208310" indent="0">
              <a:buNone/>
              <a:defRPr sz="2339"/>
            </a:lvl4pPr>
            <a:lvl5pPr marL="4277746" indent="0">
              <a:buNone/>
              <a:defRPr sz="2339"/>
            </a:lvl5pPr>
            <a:lvl6pPr marL="5347183" indent="0">
              <a:buNone/>
              <a:defRPr sz="2339"/>
            </a:lvl6pPr>
            <a:lvl7pPr marL="6416619" indent="0">
              <a:buNone/>
              <a:defRPr sz="2339"/>
            </a:lvl7pPr>
            <a:lvl8pPr marL="7486056" indent="0">
              <a:buNone/>
              <a:defRPr sz="2339"/>
            </a:lvl8pPr>
            <a:lvl9pPr marL="8555492"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AC7D56E-918D-42DD-8844-ED264C42F445}"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2810185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C7D56E-918D-42DD-8844-ED264C42F445}"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4148734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6066" y="1611875"/>
            <a:ext cx="4611871" cy="256568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453" y="1611875"/>
            <a:ext cx="13568259"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C7D56E-918D-42DD-8844-ED264C42F445}"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AF3E76-5956-4DF5-A82F-000392C3A865}" type="slidenum">
              <a:rPr lang="en-US" smtClean="0"/>
              <a:t>‹#›</a:t>
            </a:fld>
            <a:endParaRPr lang="en-US"/>
          </a:p>
        </p:txBody>
      </p:sp>
    </p:spTree>
    <p:extLst>
      <p:ext uri="{BB962C8B-B14F-4D97-AF65-F5344CB8AC3E}">
        <p14:creationId xmlns:p14="http://schemas.microsoft.com/office/powerpoint/2010/main" val="3665526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452" y="1611882"/>
            <a:ext cx="18447485" cy="58518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452" y="8059374"/>
            <a:ext cx="18447485"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452" y="28060644"/>
            <a:ext cx="4812387" cy="1611875"/>
          </a:xfrm>
          <a:prstGeom prst="rect">
            <a:avLst/>
          </a:prstGeom>
        </p:spPr>
        <p:txBody>
          <a:bodyPr vert="horz" lIns="91440" tIns="45720" rIns="91440" bIns="45720" rtlCol="0" anchor="ctr"/>
          <a:lstStyle>
            <a:lvl1pPr algn="l">
              <a:defRPr sz="2807">
                <a:solidFill>
                  <a:schemeClr val="tx1">
                    <a:tint val="75000"/>
                  </a:schemeClr>
                </a:solidFill>
              </a:defRPr>
            </a:lvl1pPr>
          </a:lstStyle>
          <a:p>
            <a:fld id="{8AC7D56E-918D-42DD-8844-ED264C42F445}" type="datetimeFigureOut">
              <a:rPr lang="en-US" smtClean="0"/>
              <a:t>12/21/2025</a:t>
            </a:fld>
            <a:endParaRPr lang="en-US"/>
          </a:p>
        </p:txBody>
      </p:sp>
      <p:sp>
        <p:nvSpPr>
          <p:cNvPr id="5" name="Footer Placeholder 4"/>
          <p:cNvSpPr>
            <a:spLocks noGrp="1"/>
          </p:cNvSpPr>
          <p:nvPr>
            <p:ph type="ftr" sz="quarter" idx="3"/>
          </p:nvPr>
        </p:nvSpPr>
        <p:spPr>
          <a:xfrm>
            <a:off x="7084904" y="28060644"/>
            <a:ext cx="7218581" cy="1611875"/>
          </a:xfrm>
          <a:prstGeom prst="rect">
            <a:avLst/>
          </a:prstGeom>
        </p:spPr>
        <p:txBody>
          <a:bodyPr vert="horz" lIns="91440" tIns="45720" rIns="91440" bIns="45720" rtlCol="0" anchor="ctr"/>
          <a:lstStyle>
            <a:lvl1pPr algn="ctr">
              <a:defRPr sz="280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105549" y="28060644"/>
            <a:ext cx="4812387" cy="1611875"/>
          </a:xfrm>
          <a:prstGeom prst="rect">
            <a:avLst/>
          </a:prstGeom>
        </p:spPr>
        <p:txBody>
          <a:bodyPr vert="horz" lIns="91440" tIns="45720" rIns="91440" bIns="45720" rtlCol="0" anchor="ctr"/>
          <a:lstStyle>
            <a:lvl1pPr algn="r">
              <a:defRPr sz="2807">
                <a:solidFill>
                  <a:schemeClr val="tx1">
                    <a:tint val="75000"/>
                  </a:schemeClr>
                </a:solidFill>
              </a:defRPr>
            </a:lvl1pPr>
          </a:lstStyle>
          <a:p>
            <a:fld id="{B5AF3E76-5956-4DF5-A82F-000392C3A865}" type="slidenum">
              <a:rPr lang="en-US" smtClean="0"/>
              <a:t>‹#›</a:t>
            </a:fld>
            <a:endParaRPr lang="en-US"/>
          </a:p>
        </p:txBody>
      </p:sp>
    </p:spTree>
    <p:extLst>
      <p:ext uri="{BB962C8B-B14F-4D97-AF65-F5344CB8AC3E}">
        <p14:creationId xmlns:p14="http://schemas.microsoft.com/office/powerpoint/2010/main" val="74181465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2138873" rtl="0" eaLnBrk="1" latinLnBrk="0" hangingPunct="1">
        <a:lnSpc>
          <a:spcPct val="90000"/>
        </a:lnSpc>
        <a:spcBef>
          <a:spcPct val="0"/>
        </a:spcBef>
        <a:buNone/>
        <a:defRPr sz="10292" kern="1200">
          <a:solidFill>
            <a:schemeClr val="tx1"/>
          </a:solidFill>
          <a:latin typeface="+mj-lt"/>
          <a:ea typeface="+mj-ea"/>
          <a:cs typeface="+mj-cs"/>
        </a:defRPr>
      </a:lvl1pPr>
    </p:titleStyle>
    <p:bodyStyle>
      <a:lvl1pPr marL="534718" indent="-534718" algn="l" defTabSz="2138873" rtl="0" eaLnBrk="1" latinLnBrk="0" hangingPunct="1">
        <a:lnSpc>
          <a:spcPct val="90000"/>
        </a:lnSpc>
        <a:spcBef>
          <a:spcPts val="2339"/>
        </a:spcBef>
        <a:buFont typeface="Arial" panose="020B0604020202020204" pitchFamily="34" charset="0"/>
        <a:buChar char="•"/>
        <a:defRPr sz="6549" kern="1200">
          <a:solidFill>
            <a:schemeClr val="tx1"/>
          </a:solidFill>
          <a:latin typeface="+mn-lt"/>
          <a:ea typeface="+mn-ea"/>
          <a:cs typeface="+mn-cs"/>
        </a:defRPr>
      </a:lvl1pPr>
      <a:lvl2pPr marL="1604155" indent="-534718" algn="l" defTabSz="2138873" rtl="0" eaLnBrk="1" latinLnBrk="0" hangingPunct="1">
        <a:lnSpc>
          <a:spcPct val="90000"/>
        </a:lnSpc>
        <a:spcBef>
          <a:spcPts val="1170"/>
        </a:spcBef>
        <a:buFont typeface="Arial" panose="020B0604020202020204" pitchFamily="34" charset="0"/>
        <a:buChar char="•"/>
        <a:defRPr sz="5614" kern="1200">
          <a:solidFill>
            <a:schemeClr val="tx1"/>
          </a:solidFill>
          <a:latin typeface="+mn-lt"/>
          <a:ea typeface="+mn-ea"/>
          <a:cs typeface="+mn-cs"/>
        </a:defRPr>
      </a:lvl2pPr>
      <a:lvl3pPr marL="2673591" indent="-534718" algn="l" defTabSz="2138873" rtl="0" eaLnBrk="1" latinLnBrk="0" hangingPunct="1">
        <a:lnSpc>
          <a:spcPct val="90000"/>
        </a:lnSpc>
        <a:spcBef>
          <a:spcPts val="1170"/>
        </a:spcBef>
        <a:buFont typeface="Arial" panose="020B0604020202020204" pitchFamily="34" charset="0"/>
        <a:buChar char="•"/>
        <a:defRPr sz="4678" kern="1200">
          <a:solidFill>
            <a:schemeClr val="tx1"/>
          </a:solidFill>
          <a:latin typeface="+mn-lt"/>
          <a:ea typeface="+mn-ea"/>
          <a:cs typeface="+mn-cs"/>
        </a:defRPr>
      </a:lvl3pPr>
      <a:lvl4pPr marL="3743028"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4pPr>
      <a:lvl5pPr marL="4812464"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5pPr>
      <a:lvl6pPr marL="5881901"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6pPr>
      <a:lvl7pPr marL="6951337"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7pPr>
      <a:lvl8pPr marL="8020774"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8pPr>
      <a:lvl9pPr marL="9090210"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9pPr>
    </p:bodyStyle>
    <p:otherStyle>
      <a:defPPr>
        <a:defRPr lang="en-US"/>
      </a:defPPr>
      <a:lvl1pPr marL="0" algn="l" defTabSz="2138873" rtl="0" eaLnBrk="1" latinLnBrk="0" hangingPunct="1">
        <a:defRPr sz="4210" kern="1200">
          <a:solidFill>
            <a:schemeClr val="tx1"/>
          </a:solidFill>
          <a:latin typeface="+mn-lt"/>
          <a:ea typeface="+mn-ea"/>
          <a:cs typeface="+mn-cs"/>
        </a:defRPr>
      </a:lvl1pPr>
      <a:lvl2pPr marL="1069437" algn="l" defTabSz="2138873" rtl="0" eaLnBrk="1" latinLnBrk="0" hangingPunct="1">
        <a:defRPr sz="4210" kern="1200">
          <a:solidFill>
            <a:schemeClr val="tx1"/>
          </a:solidFill>
          <a:latin typeface="+mn-lt"/>
          <a:ea typeface="+mn-ea"/>
          <a:cs typeface="+mn-cs"/>
        </a:defRPr>
      </a:lvl2pPr>
      <a:lvl3pPr marL="2138873" algn="l" defTabSz="2138873" rtl="0" eaLnBrk="1" latinLnBrk="0" hangingPunct="1">
        <a:defRPr sz="4210" kern="1200">
          <a:solidFill>
            <a:schemeClr val="tx1"/>
          </a:solidFill>
          <a:latin typeface="+mn-lt"/>
          <a:ea typeface="+mn-ea"/>
          <a:cs typeface="+mn-cs"/>
        </a:defRPr>
      </a:lvl3pPr>
      <a:lvl4pPr marL="3208310" algn="l" defTabSz="2138873" rtl="0" eaLnBrk="1" latinLnBrk="0" hangingPunct="1">
        <a:defRPr sz="4210" kern="1200">
          <a:solidFill>
            <a:schemeClr val="tx1"/>
          </a:solidFill>
          <a:latin typeface="+mn-lt"/>
          <a:ea typeface="+mn-ea"/>
          <a:cs typeface="+mn-cs"/>
        </a:defRPr>
      </a:lvl4pPr>
      <a:lvl5pPr marL="4277746" algn="l" defTabSz="2138873" rtl="0" eaLnBrk="1" latinLnBrk="0" hangingPunct="1">
        <a:defRPr sz="4210" kern="1200">
          <a:solidFill>
            <a:schemeClr val="tx1"/>
          </a:solidFill>
          <a:latin typeface="+mn-lt"/>
          <a:ea typeface="+mn-ea"/>
          <a:cs typeface="+mn-cs"/>
        </a:defRPr>
      </a:lvl5pPr>
      <a:lvl6pPr marL="5347183" algn="l" defTabSz="2138873" rtl="0" eaLnBrk="1" latinLnBrk="0" hangingPunct="1">
        <a:defRPr sz="4210" kern="1200">
          <a:solidFill>
            <a:schemeClr val="tx1"/>
          </a:solidFill>
          <a:latin typeface="+mn-lt"/>
          <a:ea typeface="+mn-ea"/>
          <a:cs typeface="+mn-cs"/>
        </a:defRPr>
      </a:lvl6pPr>
      <a:lvl7pPr marL="6416619" algn="l" defTabSz="2138873" rtl="0" eaLnBrk="1" latinLnBrk="0" hangingPunct="1">
        <a:defRPr sz="4210" kern="1200">
          <a:solidFill>
            <a:schemeClr val="tx1"/>
          </a:solidFill>
          <a:latin typeface="+mn-lt"/>
          <a:ea typeface="+mn-ea"/>
          <a:cs typeface="+mn-cs"/>
        </a:defRPr>
      </a:lvl7pPr>
      <a:lvl8pPr marL="7486056" algn="l" defTabSz="2138873" rtl="0" eaLnBrk="1" latinLnBrk="0" hangingPunct="1">
        <a:defRPr sz="4210" kern="1200">
          <a:solidFill>
            <a:schemeClr val="tx1"/>
          </a:solidFill>
          <a:latin typeface="+mn-lt"/>
          <a:ea typeface="+mn-ea"/>
          <a:cs typeface="+mn-cs"/>
        </a:defRPr>
      </a:lvl8pPr>
      <a:lvl9pPr marL="8555492" algn="l" defTabSz="2138873" rtl="0" eaLnBrk="1" latinLnBrk="0" hangingPunct="1">
        <a:defRPr sz="42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9DC86B2-EB96-D6DE-EF4D-7191B193A73B}"/>
              </a:ext>
            </a:extLst>
          </p:cNvPr>
          <p:cNvSpPr/>
          <p:nvPr/>
        </p:nvSpPr>
        <p:spPr>
          <a:xfrm>
            <a:off x="1" y="0"/>
            <a:ext cx="21388388" cy="3480820"/>
          </a:xfrm>
          <a:prstGeom prst="rect">
            <a:avLst/>
          </a:prstGeom>
          <a:solidFill>
            <a:srgbClr val="0D0D80"/>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dirty="0"/>
          </a:p>
        </p:txBody>
      </p:sp>
      <p:pic>
        <p:nvPicPr>
          <p:cNvPr id="8" name="Picture 7">
            <a:extLst>
              <a:ext uri="{FF2B5EF4-FFF2-40B4-BE49-F238E27FC236}">
                <a16:creationId xmlns:a16="http://schemas.microsoft.com/office/drawing/2014/main" id="{8F9858AD-1B64-ED44-FEB1-AB5B18D140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963" y="587979"/>
            <a:ext cx="7054587" cy="2488014"/>
          </a:xfrm>
          <a:prstGeom prst="rect">
            <a:avLst/>
          </a:prstGeom>
        </p:spPr>
      </p:pic>
      <p:sp>
        <p:nvSpPr>
          <p:cNvPr id="12" name="Rectangle 11">
            <a:extLst>
              <a:ext uri="{FF2B5EF4-FFF2-40B4-BE49-F238E27FC236}">
                <a16:creationId xmlns:a16="http://schemas.microsoft.com/office/drawing/2014/main" id="{91AE79D0-BE73-5743-C1D9-9DAD4C09449F}"/>
              </a:ext>
            </a:extLst>
          </p:cNvPr>
          <p:cNvSpPr/>
          <p:nvPr/>
        </p:nvSpPr>
        <p:spPr>
          <a:xfrm>
            <a:off x="1" y="3480942"/>
            <a:ext cx="21388388" cy="805355"/>
          </a:xfrm>
          <a:prstGeom prst="rect">
            <a:avLst/>
          </a:prstGeom>
          <a:solidFill>
            <a:srgbClr val="D72229"/>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sz="2548" dirty="0"/>
          </a:p>
        </p:txBody>
      </p:sp>
      <p:sp>
        <p:nvSpPr>
          <p:cNvPr id="14" name="TextBox 13">
            <a:extLst>
              <a:ext uri="{FF2B5EF4-FFF2-40B4-BE49-F238E27FC236}">
                <a16:creationId xmlns:a16="http://schemas.microsoft.com/office/drawing/2014/main" id="{F4A2B245-BB72-9832-7A84-41682EE8F9C3}"/>
              </a:ext>
            </a:extLst>
          </p:cNvPr>
          <p:cNvSpPr txBox="1"/>
          <p:nvPr/>
        </p:nvSpPr>
        <p:spPr>
          <a:xfrm>
            <a:off x="15930204" y="3556642"/>
            <a:ext cx="3017330" cy="523220"/>
          </a:xfrm>
          <a:prstGeom prst="rect">
            <a:avLst/>
          </a:prstGeom>
          <a:noFill/>
        </p:spPr>
        <p:txBody>
          <a:bodyPr wrap="square" rtlCol="0">
            <a:spAutoFit/>
          </a:bodyPr>
          <a:lstStyle/>
          <a:p>
            <a:r>
              <a:rPr lang="en-US" sz="2800" dirty="0">
                <a:solidFill>
                  <a:schemeClr val="bg1"/>
                </a:solidFill>
                <a:latin typeface="Poppins SemiBold" panose="00000700000000000000" pitchFamily="2" charset="0"/>
                <a:cs typeface="Poppins SemiBold" panose="00000700000000000000" pitchFamily="2" charset="0"/>
              </a:rPr>
              <a:t>Supervised by:</a:t>
            </a:r>
            <a:endParaRPr lang="en-US" sz="1400" dirty="0">
              <a:solidFill>
                <a:schemeClr val="bg1"/>
              </a:solidFill>
              <a:latin typeface="Poppins SemiBold" panose="00000700000000000000" pitchFamily="2" charset="0"/>
              <a:cs typeface="Poppins SemiBold" panose="00000700000000000000" pitchFamily="2" charset="0"/>
            </a:endParaRPr>
          </a:p>
        </p:txBody>
      </p:sp>
      <p:sp>
        <p:nvSpPr>
          <p:cNvPr id="15" name="TextBox 14">
            <a:extLst>
              <a:ext uri="{FF2B5EF4-FFF2-40B4-BE49-F238E27FC236}">
                <a16:creationId xmlns:a16="http://schemas.microsoft.com/office/drawing/2014/main" id="{36CE14A8-E106-092D-363F-E24481CA920D}"/>
              </a:ext>
            </a:extLst>
          </p:cNvPr>
          <p:cNvSpPr txBox="1"/>
          <p:nvPr/>
        </p:nvSpPr>
        <p:spPr>
          <a:xfrm>
            <a:off x="11068672" y="960952"/>
            <a:ext cx="9001000" cy="461665"/>
          </a:xfrm>
          <a:prstGeom prst="rect">
            <a:avLst/>
          </a:prstGeom>
          <a:noFill/>
        </p:spPr>
        <p:txBody>
          <a:bodyPr wrap="square" rtlCol="0">
            <a:spAutoFit/>
          </a:bodyPr>
          <a:lstStyle/>
          <a:p>
            <a:pPr algn="l"/>
            <a:r>
              <a:rPr lang="en-US" sz="2400" dirty="0">
                <a:solidFill>
                  <a:schemeClr val="bg1"/>
                </a:solidFill>
                <a:latin typeface="Poppins Light" panose="00000400000000000000" pitchFamily="2" charset="0"/>
                <a:cs typeface="Poppins Light" panose="00000400000000000000" pitchFamily="2" charset="0"/>
              </a:rPr>
              <a:t>CSE261- Computer Networks</a:t>
            </a:r>
          </a:p>
        </p:txBody>
      </p:sp>
      <p:sp>
        <p:nvSpPr>
          <p:cNvPr id="17" name="TextBox 16">
            <a:extLst>
              <a:ext uri="{FF2B5EF4-FFF2-40B4-BE49-F238E27FC236}">
                <a16:creationId xmlns:a16="http://schemas.microsoft.com/office/drawing/2014/main" id="{24838A34-8878-34AB-E9AC-8A90B6AD43AB}"/>
              </a:ext>
            </a:extLst>
          </p:cNvPr>
          <p:cNvSpPr txBox="1"/>
          <p:nvPr/>
        </p:nvSpPr>
        <p:spPr>
          <a:xfrm>
            <a:off x="11011085" y="1510818"/>
            <a:ext cx="9671362" cy="1415772"/>
          </a:xfrm>
          <a:prstGeom prst="rect">
            <a:avLst/>
          </a:prstGeom>
          <a:noFill/>
        </p:spPr>
        <p:txBody>
          <a:bodyPr wrap="square" rtlCol="0">
            <a:spAutoFit/>
          </a:bodyPr>
          <a:lstStyle/>
          <a:p>
            <a:pPr algn="l"/>
            <a:endParaRPr lang="en-US"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 </a:t>
            </a:r>
            <a:r>
              <a:rPr lang="en-US" sz="4400" dirty="0">
                <a:solidFill>
                  <a:schemeClr val="bg1"/>
                </a:solidFill>
                <a:latin typeface="Poppins" panose="00000500000000000000" pitchFamily="2" charset="0"/>
                <a:cs typeface="Poppins" panose="00000500000000000000" pitchFamily="2" charset="0"/>
              </a:rPr>
              <a:t>A New Technical College Campus </a:t>
            </a:r>
          </a:p>
          <a:p>
            <a:endParaRPr lang="en-US" sz="2400" dirty="0">
              <a:solidFill>
                <a:schemeClr val="bg1"/>
              </a:solidFill>
              <a:latin typeface="Poppins" panose="00000500000000000000" pitchFamily="2" charset="0"/>
              <a:cs typeface="Poppins" panose="00000500000000000000" pitchFamily="2" charset="0"/>
            </a:endParaRPr>
          </a:p>
        </p:txBody>
      </p:sp>
      <p:sp>
        <p:nvSpPr>
          <p:cNvPr id="21" name="Rectangle 20">
            <a:extLst>
              <a:ext uri="{FF2B5EF4-FFF2-40B4-BE49-F238E27FC236}">
                <a16:creationId xmlns:a16="http://schemas.microsoft.com/office/drawing/2014/main" id="{A2137018-C670-560E-1091-5BD6079BD12C}"/>
              </a:ext>
            </a:extLst>
          </p:cNvPr>
          <p:cNvSpPr/>
          <p:nvPr/>
        </p:nvSpPr>
        <p:spPr>
          <a:xfrm>
            <a:off x="651322" y="4696446"/>
            <a:ext cx="20117953" cy="5588569"/>
          </a:xfrm>
          <a:prstGeom prst="rect">
            <a:avLst/>
          </a:prstGeom>
          <a:solidFill>
            <a:srgbClr val="EAEAE9"/>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dirty="0"/>
          </a:p>
        </p:txBody>
      </p:sp>
      <p:sp>
        <p:nvSpPr>
          <p:cNvPr id="23" name="Rectangle 22">
            <a:extLst>
              <a:ext uri="{FF2B5EF4-FFF2-40B4-BE49-F238E27FC236}">
                <a16:creationId xmlns:a16="http://schemas.microsoft.com/office/drawing/2014/main" id="{6D39AC86-7FDE-E904-2A9F-DD332D9C843A}"/>
              </a:ext>
            </a:extLst>
          </p:cNvPr>
          <p:cNvSpPr/>
          <p:nvPr/>
        </p:nvSpPr>
        <p:spPr>
          <a:xfrm>
            <a:off x="619113" y="10687969"/>
            <a:ext cx="20117952" cy="5588569"/>
          </a:xfrm>
          <a:prstGeom prst="rect">
            <a:avLst/>
          </a:prstGeom>
          <a:solidFill>
            <a:srgbClr val="EAEAE9"/>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dirty="0"/>
          </a:p>
        </p:txBody>
      </p:sp>
      <p:sp>
        <p:nvSpPr>
          <p:cNvPr id="25" name="Rectangle 24">
            <a:extLst>
              <a:ext uri="{FF2B5EF4-FFF2-40B4-BE49-F238E27FC236}">
                <a16:creationId xmlns:a16="http://schemas.microsoft.com/office/drawing/2014/main" id="{207229E0-9FFE-2EB5-1A2D-ED02148488E7}"/>
              </a:ext>
            </a:extLst>
          </p:cNvPr>
          <p:cNvSpPr/>
          <p:nvPr/>
        </p:nvSpPr>
        <p:spPr>
          <a:xfrm>
            <a:off x="592266" y="16692237"/>
            <a:ext cx="9957913" cy="6751701"/>
          </a:xfrm>
          <a:prstGeom prst="rect">
            <a:avLst/>
          </a:prstGeom>
          <a:solidFill>
            <a:srgbClr val="EAEAE9"/>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dirty="0"/>
          </a:p>
        </p:txBody>
      </p:sp>
      <p:sp>
        <p:nvSpPr>
          <p:cNvPr id="27" name="Rectangle 26">
            <a:extLst>
              <a:ext uri="{FF2B5EF4-FFF2-40B4-BE49-F238E27FC236}">
                <a16:creationId xmlns:a16="http://schemas.microsoft.com/office/drawing/2014/main" id="{0F273278-22D7-EAD9-E65B-377A314C5999}"/>
              </a:ext>
            </a:extLst>
          </p:cNvPr>
          <p:cNvSpPr/>
          <p:nvPr/>
        </p:nvSpPr>
        <p:spPr>
          <a:xfrm>
            <a:off x="10924258" y="16686043"/>
            <a:ext cx="9845017" cy="6751701"/>
          </a:xfrm>
          <a:prstGeom prst="rect">
            <a:avLst/>
          </a:prstGeom>
          <a:solidFill>
            <a:srgbClr val="EAEAE9"/>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dirty="0"/>
          </a:p>
        </p:txBody>
      </p:sp>
      <p:sp>
        <p:nvSpPr>
          <p:cNvPr id="29" name="Rectangle 28">
            <a:extLst>
              <a:ext uri="{FF2B5EF4-FFF2-40B4-BE49-F238E27FC236}">
                <a16:creationId xmlns:a16="http://schemas.microsoft.com/office/drawing/2014/main" id="{BDBBAB3A-84C2-19B1-6BDB-9A2E1905A74E}"/>
              </a:ext>
            </a:extLst>
          </p:cNvPr>
          <p:cNvSpPr/>
          <p:nvPr/>
        </p:nvSpPr>
        <p:spPr>
          <a:xfrm>
            <a:off x="592266" y="23906370"/>
            <a:ext cx="20177009" cy="5780864"/>
          </a:xfrm>
          <a:prstGeom prst="rect">
            <a:avLst/>
          </a:prstGeom>
          <a:solidFill>
            <a:srgbClr val="EAEAE9"/>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r>
              <a:rPr lang="en-US" dirty="0"/>
              <a:t>Z</a:t>
            </a:r>
            <a:endParaRPr lang="ar-EG" dirty="0"/>
          </a:p>
        </p:txBody>
      </p:sp>
      <p:sp>
        <p:nvSpPr>
          <p:cNvPr id="33" name="Rectangle 32">
            <a:extLst>
              <a:ext uri="{FF2B5EF4-FFF2-40B4-BE49-F238E27FC236}">
                <a16:creationId xmlns:a16="http://schemas.microsoft.com/office/drawing/2014/main" id="{E763ED45-4A29-198B-21FA-CC8A9EA47F02}"/>
              </a:ext>
            </a:extLst>
          </p:cNvPr>
          <p:cNvSpPr/>
          <p:nvPr/>
        </p:nvSpPr>
        <p:spPr>
          <a:xfrm>
            <a:off x="642578" y="5206125"/>
            <a:ext cx="740157" cy="365622"/>
          </a:xfrm>
          <a:prstGeom prst="rect">
            <a:avLst/>
          </a:prstGeom>
          <a:solidFill>
            <a:srgbClr val="0D0D80"/>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sz="2548" dirty="0">
              <a:solidFill>
                <a:srgbClr val="0D0D80"/>
              </a:solidFill>
            </a:endParaRPr>
          </a:p>
        </p:txBody>
      </p:sp>
      <p:sp>
        <p:nvSpPr>
          <p:cNvPr id="35" name="TextBox 34">
            <a:extLst>
              <a:ext uri="{FF2B5EF4-FFF2-40B4-BE49-F238E27FC236}">
                <a16:creationId xmlns:a16="http://schemas.microsoft.com/office/drawing/2014/main" id="{CDCBFD0E-69E9-E502-3C00-16C7C736063D}"/>
              </a:ext>
            </a:extLst>
          </p:cNvPr>
          <p:cNvSpPr txBox="1"/>
          <p:nvPr/>
        </p:nvSpPr>
        <p:spPr>
          <a:xfrm>
            <a:off x="1415404" y="5064904"/>
            <a:ext cx="3724339" cy="677108"/>
          </a:xfrm>
          <a:prstGeom prst="rect">
            <a:avLst/>
          </a:prstGeom>
          <a:noFill/>
        </p:spPr>
        <p:txBody>
          <a:bodyPr wrap="square" rtlCol="0">
            <a:spAutoFit/>
          </a:bodyPr>
          <a:lstStyle>
            <a:defPPr>
              <a:defRPr lang="en-US"/>
            </a:defPPr>
            <a:lvl1pPr>
              <a:defRPr sz="3800" spc="-150">
                <a:solidFill>
                  <a:srgbClr val="0D0D80"/>
                </a:solidFill>
                <a:latin typeface="Poppins SemiBold" panose="00000700000000000000" pitchFamily="2" charset="0"/>
                <a:cs typeface="Poppins SemiBold" panose="00000700000000000000" pitchFamily="2" charset="0"/>
              </a:defRPr>
            </a:lvl1pPr>
          </a:lstStyle>
          <a:p>
            <a:r>
              <a:rPr lang="en-US" dirty="0"/>
              <a:t>Problem</a:t>
            </a:r>
          </a:p>
        </p:txBody>
      </p:sp>
      <p:sp>
        <p:nvSpPr>
          <p:cNvPr id="40" name="Rectangle 39">
            <a:extLst>
              <a:ext uri="{FF2B5EF4-FFF2-40B4-BE49-F238E27FC236}">
                <a16:creationId xmlns:a16="http://schemas.microsoft.com/office/drawing/2014/main" id="{8061ED1D-D276-0875-8E86-4A047F777A99}"/>
              </a:ext>
            </a:extLst>
          </p:cNvPr>
          <p:cNvSpPr/>
          <p:nvPr/>
        </p:nvSpPr>
        <p:spPr>
          <a:xfrm>
            <a:off x="638622" y="11197648"/>
            <a:ext cx="740157" cy="365622"/>
          </a:xfrm>
          <a:prstGeom prst="rect">
            <a:avLst/>
          </a:prstGeom>
          <a:solidFill>
            <a:srgbClr val="0D0D80"/>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sz="2548" dirty="0">
              <a:solidFill>
                <a:srgbClr val="0D0D80"/>
              </a:solidFill>
            </a:endParaRPr>
          </a:p>
        </p:txBody>
      </p:sp>
      <p:sp>
        <p:nvSpPr>
          <p:cNvPr id="41" name="TextBox 40">
            <a:extLst>
              <a:ext uri="{FF2B5EF4-FFF2-40B4-BE49-F238E27FC236}">
                <a16:creationId xmlns:a16="http://schemas.microsoft.com/office/drawing/2014/main" id="{E1EF8866-0DD4-DB52-900E-BB2DE4FB410A}"/>
              </a:ext>
            </a:extLst>
          </p:cNvPr>
          <p:cNvSpPr txBox="1"/>
          <p:nvPr/>
        </p:nvSpPr>
        <p:spPr>
          <a:xfrm>
            <a:off x="1411448" y="11056427"/>
            <a:ext cx="3724339" cy="677108"/>
          </a:xfrm>
          <a:prstGeom prst="rect">
            <a:avLst/>
          </a:prstGeom>
          <a:noFill/>
        </p:spPr>
        <p:txBody>
          <a:bodyPr wrap="square" rtlCol="0">
            <a:spAutoFit/>
          </a:bodyPr>
          <a:lstStyle>
            <a:defPPr>
              <a:defRPr lang="en-US"/>
            </a:defPPr>
            <a:lvl1pPr>
              <a:defRPr sz="3800" spc="-150">
                <a:solidFill>
                  <a:srgbClr val="0D0D80"/>
                </a:solidFill>
                <a:latin typeface="Poppins SemiBold" panose="00000700000000000000" pitchFamily="2" charset="0"/>
                <a:cs typeface="Poppins SemiBold" panose="00000700000000000000" pitchFamily="2" charset="0"/>
              </a:defRPr>
            </a:lvl1pPr>
          </a:lstStyle>
          <a:p>
            <a:r>
              <a:rPr lang="en-US" dirty="0"/>
              <a:t>Goal</a:t>
            </a:r>
          </a:p>
        </p:txBody>
      </p:sp>
      <p:sp>
        <p:nvSpPr>
          <p:cNvPr id="42" name="Rectangle 41">
            <a:extLst>
              <a:ext uri="{FF2B5EF4-FFF2-40B4-BE49-F238E27FC236}">
                <a16:creationId xmlns:a16="http://schemas.microsoft.com/office/drawing/2014/main" id="{31898D2A-93CF-FC67-8AB6-A210DFED9424}"/>
              </a:ext>
            </a:extLst>
          </p:cNvPr>
          <p:cNvSpPr/>
          <p:nvPr/>
        </p:nvSpPr>
        <p:spPr>
          <a:xfrm>
            <a:off x="592266" y="17185545"/>
            <a:ext cx="740157" cy="365622"/>
          </a:xfrm>
          <a:prstGeom prst="rect">
            <a:avLst/>
          </a:prstGeom>
          <a:solidFill>
            <a:srgbClr val="0D0D80"/>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sz="2548" dirty="0">
              <a:solidFill>
                <a:srgbClr val="0D0D80"/>
              </a:solidFill>
            </a:endParaRPr>
          </a:p>
        </p:txBody>
      </p:sp>
      <p:sp>
        <p:nvSpPr>
          <p:cNvPr id="43" name="TextBox 42">
            <a:extLst>
              <a:ext uri="{FF2B5EF4-FFF2-40B4-BE49-F238E27FC236}">
                <a16:creationId xmlns:a16="http://schemas.microsoft.com/office/drawing/2014/main" id="{D85D0D1D-E1C8-F852-150F-6B30AC5FCD72}"/>
              </a:ext>
            </a:extLst>
          </p:cNvPr>
          <p:cNvSpPr txBox="1"/>
          <p:nvPr/>
        </p:nvSpPr>
        <p:spPr>
          <a:xfrm>
            <a:off x="1365092" y="17044324"/>
            <a:ext cx="3724339" cy="677108"/>
          </a:xfrm>
          <a:prstGeom prst="rect">
            <a:avLst/>
          </a:prstGeom>
          <a:noFill/>
        </p:spPr>
        <p:txBody>
          <a:bodyPr wrap="square" rtlCol="0">
            <a:spAutoFit/>
          </a:bodyPr>
          <a:lstStyle>
            <a:defPPr>
              <a:defRPr lang="en-US"/>
            </a:defPPr>
            <a:lvl1pPr>
              <a:defRPr sz="3800" spc="-150">
                <a:solidFill>
                  <a:srgbClr val="0D0D80"/>
                </a:solidFill>
                <a:latin typeface="Poppins SemiBold" panose="00000700000000000000" pitchFamily="2" charset="0"/>
                <a:cs typeface="Poppins SemiBold" panose="00000700000000000000" pitchFamily="2" charset="0"/>
              </a:defRPr>
            </a:lvl1pPr>
          </a:lstStyle>
          <a:p>
            <a:r>
              <a:rPr lang="en-US" dirty="0"/>
              <a:t>Approach</a:t>
            </a:r>
          </a:p>
        </p:txBody>
      </p:sp>
      <p:sp>
        <p:nvSpPr>
          <p:cNvPr id="44" name="Rectangle 43">
            <a:extLst>
              <a:ext uri="{FF2B5EF4-FFF2-40B4-BE49-F238E27FC236}">
                <a16:creationId xmlns:a16="http://schemas.microsoft.com/office/drawing/2014/main" id="{5F20B44A-6123-105A-FED9-536C028A5920}"/>
              </a:ext>
            </a:extLst>
          </p:cNvPr>
          <p:cNvSpPr/>
          <p:nvPr/>
        </p:nvSpPr>
        <p:spPr>
          <a:xfrm>
            <a:off x="10925987" y="17179351"/>
            <a:ext cx="740157" cy="365622"/>
          </a:xfrm>
          <a:prstGeom prst="rect">
            <a:avLst/>
          </a:prstGeom>
          <a:solidFill>
            <a:srgbClr val="0D0D80"/>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sz="2548" dirty="0">
              <a:solidFill>
                <a:srgbClr val="0D0D80"/>
              </a:solidFill>
            </a:endParaRPr>
          </a:p>
        </p:txBody>
      </p:sp>
      <p:sp>
        <p:nvSpPr>
          <p:cNvPr id="45" name="TextBox 44">
            <a:extLst>
              <a:ext uri="{FF2B5EF4-FFF2-40B4-BE49-F238E27FC236}">
                <a16:creationId xmlns:a16="http://schemas.microsoft.com/office/drawing/2014/main" id="{AE19EE8F-7EF7-204F-E940-BEBFE043F56C}"/>
              </a:ext>
            </a:extLst>
          </p:cNvPr>
          <p:cNvSpPr txBox="1"/>
          <p:nvPr/>
        </p:nvSpPr>
        <p:spPr>
          <a:xfrm>
            <a:off x="11698812" y="17038130"/>
            <a:ext cx="5202110" cy="677108"/>
          </a:xfrm>
          <a:prstGeom prst="rect">
            <a:avLst/>
          </a:prstGeom>
          <a:noFill/>
        </p:spPr>
        <p:txBody>
          <a:bodyPr wrap="square" rtlCol="0">
            <a:spAutoFit/>
          </a:bodyPr>
          <a:lstStyle>
            <a:defPPr>
              <a:defRPr lang="en-US"/>
            </a:defPPr>
            <a:lvl1pPr>
              <a:defRPr sz="3200">
                <a:solidFill>
                  <a:schemeClr val="bg1"/>
                </a:solidFill>
                <a:latin typeface="Poppins SemiBold" panose="00000700000000000000" pitchFamily="2" charset="0"/>
                <a:cs typeface="Poppins SemiBold" panose="00000700000000000000" pitchFamily="2" charset="0"/>
              </a:defRPr>
            </a:lvl1pPr>
          </a:lstStyle>
          <a:p>
            <a:r>
              <a:rPr lang="en-US" sz="3800" spc="-150" dirty="0">
                <a:solidFill>
                  <a:srgbClr val="0D0D80"/>
                </a:solidFill>
              </a:rPr>
              <a:t>Technologies used</a:t>
            </a:r>
          </a:p>
        </p:txBody>
      </p:sp>
      <p:sp>
        <p:nvSpPr>
          <p:cNvPr id="46" name="Rectangle 45">
            <a:extLst>
              <a:ext uri="{FF2B5EF4-FFF2-40B4-BE49-F238E27FC236}">
                <a16:creationId xmlns:a16="http://schemas.microsoft.com/office/drawing/2014/main" id="{84BDA106-F5CE-F387-E422-A33EC19B3793}"/>
              </a:ext>
            </a:extLst>
          </p:cNvPr>
          <p:cNvSpPr/>
          <p:nvPr/>
        </p:nvSpPr>
        <p:spPr>
          <a:xfrm>
            <a:off x="590085" y="24416143"/>
            <a:ext cx="740157" cy="365622"/>
          </a:xfrm>
          <a:prstGeom prst="rect">
            <a:avLst/>
          </a:prstGeom>
          <a:solidFill>
            <a:srgbClr val="0D0D80"/>
          </a:solidFill>
          <a:ln>
            <a:noFill/>
          </a:ln>
        </p:spPr>
        <p:style>
          <a:lnRef idx="2">
            <a:schemeClr val="accent2">
              <a:shade val="15000"/>
            </a:schemeClr>
          </a:lnRef>
          <a:fillRef idx="1">
            <a:schemeClr val="accent2"/>
          </a:fillRef>
          <a:effectRef idx="0">
            <a:schemeClr val="accent2"/>
          </a:effectRef>
          <a:fontRef idx="minor">
            <a:schemeClr val="lt1"/>
          </a:fontRef>
        </p:style>
        <p:txBody>
          <a:bodyPr rtlCol="1" anchor="ctr"/>
          <a:lstStyle/>
          <a:p>
            <a:pPr algn="ctr"/>
            <a:endParaRPr lang="ar-EG" sz="2548" dirty="0">
              <a:solidFill>
                <a:srgbClr val="0D0D80"/>
              </a:solidFill>
            </a:endParaRPr>
          </a:p>
        </p:txBody>
      </p:sp>
      <p:sp>
        <p:nvSpPr>
          <p:cNvPr id="47" name="TextBox 46">
            <a:extLst>
              <a:ext uri="{FF2B5EF4-FFF2-40B4-BE49-F238E27FC236}">
                <a16:creationId xmlns:a16="http://schemas.microsoft.com/office/drawing/2014/main" id="{612D3344-30AD-7F70-C1A5-2441A173D1A1}"/>
              </a:ext>
            </a:extLst>
          </p:cNvPr>
          <p:cNvSpPr txBox="1"/>
          <p:nvPr/>
        </p:nvSpPr>
        <p:spPr>
          <a:xfrm>
            <a:off x="1362911" y="24274922"/>
            <a:ext cx="6716006" cy="677108"/>
          </a:xfrm>
          <a:prstGeom prst="rect">
            <a:avLst/>
          </a:prstGeom>
          <a:noFill/>
        </p:spPr>
        <p:txBody>
          <a:bodyPr wrap="square" rtlCol="0">
            <a:spAutoFit/>
          </a:bodyPr>
          <a:lstStyle>
            <a:defPPr>
              <a:defRPr lang="en-US"/>
            </a:defPPr>
            <a:lvl1pPr>
              <a:defRPr sz="3800" spc="-150">
                <a:solidFill>
                  <a:srgbClr val="0D0D80"/>
                </a:solidFill>
                <a:latin typeface="Poppins SemiBold" panose="00000700000000000000" pitchFamily="2" charset="0"/>
                <a:cs typeface="Poppins SemiBold" panose="00000700000000000000" pitchFamily="2" charset="0"/>
              </a:defRPr>
            </a:lvl1pPr>
          </a:lstStyle>
          <a:p>
            <a:r>
              <a:rPr lang="en-US" dirty="0"/>
              <a:t>Results and Conclusion</a:t>
            </a:r>
          </a:p>
        </p:txBody>
      </p:sp>
      <p:sp>
        <p:nvSpPr>
          <p:cNvPr id="52" name="TextBox 51">
            <a:extLst>
              <a:ext uri="{FF2B5EF4-FFF2-40B4-BE49-F238E27FC236}">
                <a16:creationId xmlns:a16="http://schemas.microsoft.com/office/drawing/2014/main" id="{2A7A3E20-A2AA-38C3-F963-4AFED645084C}"/>
              </a:ext>
            </a:extLst>
          </p:cNvPr>
          <p:cNvSpPr txBox="1"/>
          <p:nvPr/>
        </p:nvSpPr>
        <p:spPr>
          <a:xfrm>
            <a:off x="714090" y="17803299"/>
            <a:ext cx="9957913" cy="4401205"/>
          </a:xfrm>
          <a:prstGeom prst="rect">
            <a:avLst/>
          </a:prstGeom>
          <a:noFill/>
        </p:spPr>
        <p:txBody>
          <a:bodyPr wrap="square" rtlCol="0">
            <a:spAutoFit/>
          </a:bodyPr>
          <a:lstStyle/>
          <a:p>
            <a:pPr defTabSz="914400" eaLnBrk="0" fontAlgn="base" hangingPunct="0">
              <a:spcBef>
                <a:spcPct val="0"/>
              </a:spcBef>
              <a:spcAft>
                <a:spcPct val="0"/>
              </a:spcAft>
            </a:pPr>
            <a:r>
              <a:rPr lang="en-US" sz="2800" dirty="0">
                <a:latin typeface="Arial" panose="020B0604020202020204" pitchFamily="34" charset="0"/>
                <a:cs typeface="Arial" panose="020B0604020202020204" pitchFamily="34" charset="0"/>
              </a:rPr>
              <a:t>A hierarchical network design with core, distribution, and access layers was used to ensure efficient connectivity. VLANs and structured IP subnetting were implemented to separate departments and user groups, while multilayer switches enabled inter-VLAN routing and WAN links connected the main campus, branch campus, and cloud services. Security was strengthened using a firewall and access controls, and the entire network was designed and validated in Cisco Packet Tracer with successful connectivity testing.</a:t>
            </a:r>
          </a:p>
        </p:txBody>
      </p:sp>
      <p:sp>
        <p:nvSpPr>
          <p:cNvPr id="13" name="TextBox 12">
            <a:extLst>
              <a:ext uri="{FF2B5EF4-FFF2-40B4-BE49-F238E27FC236}">
                <a16:creationId xmlns:a16="http://schemas.microsoft.com/office/drawing/2014/main" id="{19085FF7-1AA9-46B6-8040-71819DF7D136}"/>
              </a:ext>
            </a:extLst>
          </p:cNvPr>
          <p:cNvSpPr txBox="1"/>
          <p:nvPr/>
        </p:nvSpPr>
        <p:spPr>
          <a:xfrm>
            <a:off x="848003" y="5968517"/>
            <a:ext cx="19794604" cy="4401205"/>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Modern educational institutions rely heavily on computer networks to support academic, administrative, and research activities across multiple departments, laboratories, and buildings. As the number of users, devices, and services continues to grow, managing network traffic efficiently becomes increasingly challenging. Without proper network segmentation, structured routing, and strong security controls, institutions face problems such as network congestion, unauthorized access, security vulnerabilities, and unreliable connectivity.</a:t>
            </a:r>
          </a:p>
          <a:p>
            <a:r>
              <a:rPr lang="en-US" sz="2800" dirty="0">
                <a:latin typeface="Arial" panose="020B0604020202020204" pitchFamily="34" charset="0"/>
                <a:cs typeface="Arial" panose="020B0604020202020204" pitchFamily="34" charset="0"/>
              </a:rPr>
              <a:t>The main challenge is to design a unified campus network that can securely and efficiently connect different departments, administrative offices, laboratories, and branch campuses while maintaining high performance and availability. The network must support diverse user groups, including students, faculty members, staff, and public users, and be scalable enough to accommodate future expansion and technological advancements.</a:t>
            </a:r>
          </a:p>
          <a:p>
            <a:endParaRPr lang="en-US" sz="2800" b="1"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E28A0354-84F7-4356-8321-330620D2BEB1}"/>
              </a:ext>
            </a:extLst>
          </p:cNvPr>
          <p:cNvSpPr txBox="1"/>
          <p:nvPr/>
        </p:nvSpPr>
        <p:spPr>
          <a:xfrm>
            <a:off x="0" y="3614881"/>
            <a:ext cx="3286820" cy="523220"/>
          </a:xfrm>
          <a:prstGeom prst="rect">
            <a:avLst/>
          </a:prstGeom>
          <a:noFill/>
        </p:spPr>
        <p:txBody>
          <a:bodyPr wrap="square" rtlCol="0">
            <a:spAutoFit/>
          </a:bodyPr>
          <a:lstStyle/>
          <a:p>
            <a:r>
              <a:rPr lang="en-US" sz="2800" dirty="0">
                <a:solidFill>
                  <a:schemeClr val="bg1"/>
                </a:solidFill>
                <a:latin typeface="Poppins SemiBold" panose="00000700000000000000" pitchFamily="2" charset="0"/>
                <a:cs typeface="Poppins SemiBold" panose="00000700000000000000" pitchFamily="2" charset="0"/>
              </a:rPr>
              <a:t>Student Names:</a:t>
            </a:r>
          </a:p>
        </p:txBody>
      </p:sp>
      <p:sp>
        <p:nvSpPr>
          <p:cNvPr id="24" name="TextBox 23">
            <a:extLst>
              <a:ext uri="{FF2B5EF4-FFF2-40B4-BE49-F238E27FC236}">
                <a16:creationId xmlns:a16="http://schemas.microsoft.com/office/drawing/2014/main" id="{C6525090-5536-40FD-ADE0-CE1234BA8C24}"/>
              </a:ext>
            </a:extLst>
          </p:cNvPr>
          <p:cNvSpPr txBox="1"/>
          <p:nvPr/>
        </p:nvSpPr>
        <p:spPr>
          <a:xfrm>
            <a:off x="3061346" y="3444824"/>
            <a:ext cx="13689294" cy="923330"/>
          </a:xfrm>
          <a:prstGeom prst="rect">
            <a:avLst/>
          </a:prstGeom>
          <a:noFill/>
        </p:spPr>
        <p:txBody>
          <a:bodyPr wrap="square" rtlCol="0">
            <a:spAutoFit/>
          </a:bodyPr>
          <a:lstStyle/>
          <a:p>
            <a:r>
              <a:rPr lang="en-US" dirty="0">
                <a:solidFill>
                  <a:schemeClr val="bg1"/>
                </a:solidFill>
                <a:latin typeface="Poppins SemiBold" panose="00000700000000000000" pitchFamily="2" charset="0"/>
                <a:cs typeface="Poppins SemiBold" panose="00000700000000000000" pitchFamily="2" charset="0"/>
              </a:rPr>
              <a:t>Menna Allah Osama Khalil Khalil Ibrahim23102157 Arwa Mohey Hamdy Aboalia 23101371 Rodina bakr 23101390 Sondous Adel Metwalli Ibrahim Ali Eid 23101396 Rawan Osama fares 23101891 Basmala Tarek Mahmoud Elkady 23101372 Ethar Ahmed Mohamed 23101369</a:t>
            </a:r>
          </a:p>
        </p:txBody>
      </p:sp>
      <p:sp>
        <p:nvSpPr>
          <p:cNvPr id="26" name="TextBox 25">
            <a:extLst>
              <a:ext uri="{FF2B5EF4-FFF2-40B4-BE49-F238E27FC236}">
                <a16:creationId xmlns:a16="http://schemas.microsoft.com/office/drawing/2014/main" id="{EC13159F-C723-4F17-93F9-F2A8D78F0406}"/>
              </a:ext>
            </a:extLst>
          </p:cNvPr>
          <p:cNvSpPr txBox="1"/>
          <p:nvPr/>
        </p:nvSpPr>
        <p:spPr>
          <a:xfrm>
            <a:off x="18691589" y="3647632"/>
            <a:ext cx="2853717" cy="369332"/>
          </a:xfrm>
          <a:prstGeom prst="rect">
            <a:avLst/>
          </a:prstGeom>
          <a:noFill/>
        </p:spPr>
        <p:txBody>
          <a:bodyPr wrap="square" rtlCol="0">
            <a:spAutoFit/>
          </a:bodyPr>
          <a:lstStyle/>
          <a:p>
            <a:r>
              <a:rPr lang="en-US" sz="1800" dirty="0">
                <a:solidFill>
                  <a:schemeClr val="bg1"/>
                </a:solidFill>
                <a:latin typeface="Poppins SemiBold" panose="00000700000000000000" pitchFamily="2" charset="0"/>
                <a:cs typeface="Poppins SemiBold" panose="00000700000000000000" pitchFamily="2" charset="0"/>
              </a:rPr>
              <a:t>Dr. Essam Abdellatef</a:t>
            </a:r>
            <a:endParaRPr lang="en-US" dirty="0"/>
          </a:p>
        </p:txBody>
      </p:sp>
      <p:sp>
        <p:nvSpPr>
          <p:cNvPr id="28" name="TextBox 27">
            <a:extLst>
              <a:ext uri="{FF2B5EF4-FFF2-40B4-BE49-F238E27FC236}">
                <a16:creationId xmlns:a16="http://schemas.microsoft.com/office/drawing/2014/main" id="{B1B7A92A-CB64-4797-95EF-4A6A2443E68D}"/>
              </a:ext>
            </a:extLst>
          </p:cNvPr>
          <p:cNvSpPr txBox="1"/>
          <p:nvPr/>
        </p:nvSpPr>
        <p:spPr>
          <a:xfrm>
            <a:off x="1024038" y="12000981"/>
            <a:ext cx="10674774" cy="3816429"/>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The main goal of this project is to design and implement a complete campus network infrastructure for a technical college that:</a:t>
            </a:r>
          </a:p>
          <a:p>
            <a:pPr>
              <a:buFont typeface="Arial" panose="020B0604020202020204" pitchFamily="34" charset="0"/>
              <a:buChar char="•"/>
            </a:pPr>
            <a:r>
              <a:rPr lang="en-US" sz="2800" dirty="0">
                <a:latin typeface="Arial" panose="020B0604020202020204" pitchFamily="34" charset="0"/>
                <a:cs typeface="Arial" panose="020B0604020202020204" pitchFamily="34" charset="0"/>
              </a:rPr>
              <a:t>Supports multiple buildings and departments.</a:t>
            </a:r>
          </a:p>
          <a:p>
            <a:pPr>
              <a:buFont typeface="Arial" panose="020B0604020202020204" pitchFamily="34" charset="0"/>
              <a:buChar char="•"/>
            </a:pPr>
            <a:r>
              <a:rPr lang="en-US" sz="2800" dirty="0">
                <a:latin typeface="Arial" panose="020B0604020202020204" pitchFamily="34" charset="0"/>
                <a:cs typeface="Arial" panose="020B0604020202020204" pitchFamily="34" charset="0"/>
              </a:rPr>
              <a:t>Separates traffic using VLANs and subnetting.</a:t>
            </a:r>
          </a:p>
          <a:p>
            <a:pPr>
              <a:buFont typeface="Arial" panose="020B0604020202020204" pitchFamily="34" charset="0"/>
              <a:buChar char="•"/>
            </a:pPr>
            <a:r>
              <a:rPr lang="en-US" sz="2800" dirty="0">
                <a:latin typeface="Arial" panose="020B0604020202020204" pitchFamily="34" charset="0"/>
                <a:cs typeface="Arial" panose="020B0604020202020204" pitchFamily="34" charset="0"/>
              </a:rPr>
              <a:t>Provides secure inter-VLAN and inter-campus communication</a:t>
            </a:r>
          </a:p>
          <a:p>
            <a:pPr>
              <a:buFont typeface="Arial" panose="020B0604020202020204" pitchFamily="34" charset="0"/>
              <a:buChar char="•"/>
            </a:pPr>
            <a:r>
              <a:rPr lang="en-US" sz="2800" dirty="0">
                <a:latin typeface="Arial" panose="020B0604020202020204" pitchFamily="34" charset="0"/>
                <a:cs typeface="Arial" panose="020B0604020202020204" pitchFamily="34" charset="0"/>
              </a:rPr>
              <a:t>Connects a branch campus and external cloud services.</a:t>
            </a:r>
          </a:p>
          <a:p>
            <a:pPr>
              <a:buFont typeface="Arial" panose="020B0604020202020204" pitchFamily="34" charset="0"/>
              <a:buChar char="•"/>
            </a:pPr>
            <a:r>
              <a:rPr lang="en-US" sz="2800" dirty="0">
                <a:latin typeface="Arial" panose="020B0604020202020204" pitchFamily="34" charset="0"/>
                <a:cs typeface="Arial" panose="020B0604020202020204" pitchFamily="34" charset="0"/>
              </a:rPr>
              <a:t>Ensures reliability, scalability, and centralized management.</a:t>
            </a:r>
          </a:p>
          <a:p>
            <a:endParaRPr lang="en-US" dirty="0"/>
          </a:p>
        </p:txBody>
      </p:sp>
      <p:pic>
        <p:nvPicPr>
          <p:cNvPr id="34" name="Picture 33">
            <a:extLst>
              <a:ext uri="{FF2B5EF4-FFF2-40B4-BE49-F238E27FC236}">
                <a16:creationId xmlns:a16="http://schemas.microsoft.com/office/drawing/2014/main" id="{A936E067-5FD2-4689-AD72-A4717B65C3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3036" y="24844639"/>
            <a:ext cx="12739571" cy="4736853"/>
          </a:xfrm>
          <a:prstGeom prst="rect">
            <a:avLst/>
          </a:prstGeom>
        </p:spPr>
      </p:pic>
      <p:sp>
        <p:nvSpPr>
          <p:cNvPr id="36" name="Rectangle 1">
            <a:extLst>
              <a:ext uri="{FF2B5EF4-FFF2-40B4-BE49-F238E27FC236}">
                <a16:creationId xmlns:a16="http://schemas.microsoft.com/office/drawing/2014/main" id="{7122D8D4-A31E-402C-B202-E23500670D13}"/>
              </a:ext>
            </a:extLst>
          </p:cNvPr>
          <p:cNvSpPr>
            <a:spLocks noChangeArrowheads="1"/>
          </p:cNvSpPr>
          <p:nvPr/>
        </p:nvSpPr>
        <p:spPr bwMode="auto">
          <a:xfrm>
            <a:off x="11056344" y="17947294"/>
            <a:ext cx="5527475"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latin typeface="Arial" panose="020B0604020202020204" pitchFamily="34" charset="0"/>
                <a:cs typeface="Arial" panose="020B0604020202020204" pitchFamily="34" charset="0"/>
              </a:rPr>
              <a:t>Cisco Packet Tracer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latin typeface="Arial" panose="020B0604020202020204" pitchFamily="34" charset="0"/>
                <a:cs typeface="Arial" panose="020B0604020202020204" pitchFamily="34" charset="0"/>
              </a:rPr>
              <a:t>Cisco Routers (2911)</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latin typeface="Arial" panose="020B0604020202020204" pitchFamily="34" charset="0"/>
                <a:cs typeface="Arial" panose="020B0604020202020204" pitchFamily="34" charset="0"/>
              </a:rPr>
              <a:t>Cisco Multilayer Switches (3560)</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latin typeface="Arial" panose="020B0604020202020204" pitchFamily="34" charset="0"/>
                <a:cs typeface="Arial" panose="020B0604020202020204" pitchFamily="34" charset="0"/>
              </a:rPr>
              <a:t>Cisco Access Switches (2960)</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9" name="Rectangle 3">
            <a:extLst>
              <a:ext uri="{FF2B5EF4-FFF2-40B4-BE49-F238E27FC236}">
                <a16:creationId xmlns:a16="http://schemas.microsoft.com/office/drawing/2014/main" id="{92EB15E8-9881-44D8-ACAB-F5DEF8AF4986}"/>
              </a:ext>
            </a:extLst>
          </p:cNvPr>
          <p:cNvSpPr>
            <a:spLocks noChangeArrowheads="1"/>
          </p:cNvSpPr>
          <p:nvPr/>
        </p:nvSpPr>
        <p:spPr bwMode="auto">
          <a:xfrm>
            <a:off x="16583819" y="17681022"/>
            <a:ext cx="502979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en-US" altLang="en-US" sz="2800" dirty="0">
                <a:latin typeface="Arial" panose="020B0604020202020204" pitchFamily="34" charset="0"/>
                <a:cs typeface="Arial" panose="020B0604020202020204" pitchFamily="34" charset="0"/>
              </a:rPr>
              <a:t>VLANs &amp; Trunking </a:t>
            </a:r>
          </a:p>
          <a:p>
            <a:pPr defTabSz="914400" eaLnBrk="0" fontAlgn="base" hangingPunct="0">
              <a:spcBef>
                <a:spcPct val="0"/>
              </a:spcBef>
              <a:spcAft>
                <a:spcPct val="0"/>
              </a:spcAft>
              <a:buFontTx/>
              <a:buChar char="•"/>
            </a:pPr>
            <a:r>
              <a:rPr lang="en-US" altLang="en-US" sz="2800" dirty="0">
                <a:latin typeface="Arial" panose="020B0604020202020204" pitchFamily="34" charset="0"/>
                <a:cs typeface="Arial" panose="020B0604020202020204" pitchFamily="34" charset="0"/>
              </a:rPr>
              <a:t>Inter-VLAN Routing</a:t>
            </a:r>
          </a:p>
          <a:p>
            <a:pPr defTabSz="914400" eaLnBrk="0" fontAlgn="base" hangingPunct="0">
              <a:spcBef>
                <a:spcPct val="0"/>
              </a:spcBef>
              <a:spcAft>
                <a:spcPct val="0"/>
              </a:spcAft>
              <a:buFontTx/>
              <a:buChar char="•"/>
            </a:pPr>
            <a:r>
              <a:rPr lang="en-US" altLang="en-US" sz="2800" dirty="0">
                <a:latin typeface="Arial" panose="020B0604020202020204" pitchFamily="34" charset="0"/>
                <a:cs typeface="Arial" panose="020B0604020202020204" pitchFamily="34" charset="0"/>
              </a:rPr>
              <a:t>Static / Dynamic Routing</a:t>
            </a:r>
          </a:p>
          <a:p>
            <a:pPr defTabSz="914400" eaLnBrk="0" fontAlgn="base" hangingPunct="0">
              <a:spcBef>
                <a:spcPct val="0"/>
              </a:spcBef>
              <a:spcAft>
                <a:spcPct val="0"/>
              </a:spcAft>
              <a:buFontTx/>
              <a:buChar char="•"/>
            </a:pPr>
            <a:r>
              <a:rPr lang="en-US" altLang="en-US" sz="2800" dirty="0">
                <a:latin typeface="Arial" panose="020B0604020202020204" pitchFamily="34" charset="0"/>
                <a:cs typeface="Arial" panose="020B0604020202020204" pitchFamily="34" charset="0"/>
              </a:rPr>
              <a:t>DHCP Services</a:t>
            </a:r>
          </a:p>
          <a:p>
            <a:pPr defTabSz="914400" eaLnBrk="0" fontAlgn="base" hangingPunct="0">
              <a:spcBef>
                <a:spcPct val="0"/>
              </a:spcBef>
              <a:spcAft>
                <a:spcPct val="0"/>
              </a:spcAft>
              <a:buFontTx/>
              <a:buChar char="•"/>
            </a:pPr>
            <a:r>
              <a:rPr lang="en-US" altLang="en-US" sz="2800" dirty="0">
                <a:latin typeface="Arial" panose="020B0604020202020204" pitchFamily="34" charset="0"/>
                <a:cs typeface="Arial" panose="020B0604020202020204" pitchFamily="34" charset="0"/>
              </a:rPr>
              <a:t>ACLs for Traffic Control</a:t>
            </a:r>
          </a:p>
        </p:txBody>
      </p:sp>
      <p:sp>
        <p:nvSpPr>
          <p:cNvPr id="49" name="TextBox 48">
            <a:extLst>
              <a:ext uri="{FF2B5EF4-FFF2-40B4-BE49-F238E27FC236}">
                <a16:creationId xmlns:a16="http://schemas.microsoft.com/office/drawing/2014/main" id="{FF66029E-60E5-46ED-97B3-42B4FBA51A71}"/>
              </a:ext>
            </a:extLst>
          </p:cNvPr>
          <p:cNvSpPr txBox="1"/>
          <p:nvPr/>
        </p:nvSpPr>
        <p:spPr>
          <a:xfrm>
            <a:off x="840339" y="25320582"/>
            <a:ext cx="6716006" cy="3539430"/>
          </a:xfrm>
          <a:prstGeom prst="rect">
            <a:avLst/>
          </a:prstGeom>
          <a:noFill/>
        </p:spPr>
        <p:txBody>
          <a:bodyPr wrap="square" rtlCol="0">
            <a:spAutoFit/>
          </a:bodyPr>
          <a:lstStyle/>
          <a:p>
            <a:pPr defTabSz="914400" eaLnBrk="0" fontAlgn="base" hangingPunct="0">
              <a:spcBef>
                <a:spcPct val="0"/>
              </a:spcBef>
              <a:spcAft>
                <a:spcPct val="0"/>
              </a:spcAft>
            </a:pPr>
            <a:r>
              <a:rPr lang="en-US" sz="2800" dirty="0">
                <a:latin typeface="Arial" panose="020B0604020202020204" pitchFamily="34" charset="0"/>
                <a:cs typeface="Arial" panose="020B0604020202020204" pitchFamily="34" charset="0"/>
              </a:rPr>
              <a:t>This project delivered a scalable and secure campus network design that meets institutional needs and follows industry best practices. By combining hierarchical architecture, VLAN segmentation, and effective routing, the network provides a solid foundation for future expansion and enhanced services.</a:t>
            </a:r>
          </a:p>
        </p:txBody>
      </p:sp>
      <p:pic>
        <p:nvPicPr>
          <p:cNvPr id="55" name="Picture 54">
            <a:extLst>
              <a:ext uri="{FF2B5EF4-FFF2-40B4-BE49-F238E27FC236}">
                <a16:creationId xmlns:a16="http://schemas.microsoft.com/office/drawing/2014/main" id="{D926911C-9609-46F8-8FC0-2923D54B9D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89090" y="21780825"/>
            <a:ext cx="4610100" cy="1666875"/>
          </a:xfrm>
          <a:prstGeom prst="rect">
            <a:avLst/>
          </a:prstGeom>
        </p:spPr>
      </p:pic>
      <p:pic>
        <p:nvPicPr>
          <p:cNvPr id="60" name="Picture 59">
            <a:extLst>
              <a:ext uri="{FF2B5EF4-FFF2-40B4-BE49-F238E27FC236}">
                <a16:creationId xmlns:a16="http://schemas.microsoft.com/office/drawing/2014/main" id="{C78A8A6E-3F34-48EA-AFBD-C252B045EC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73188" y="20003348"/>
            <a:ext cx="5029795" cy="3403811"/>
          </a:xfrm>
          <a:prstGeom prst="rect">
            <a:avLst/>
          </a:prstGeom>
        </p:spPr>
      </p:pic>
      <p:pic>
        <p:nvPicPr>
          <p:cNvPr id="62" name="Picture 61">
            <a:extLst>
              <a:ext uri="{FF2B5EF4-FFF2-40B4-BE49-F238E27FC236}">
                <a16:creationId xmlns:a16="http://schemas.microsoft.com/office/drawing/2014/main" id="{A94D3036-5F81-47A2-A062-838DC34408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20645" y="21748004"/>
            <a:ext cx="4044732" cy="1697815"/>
          </a:xfrm>
          <a:prstGeom prst="rect">
            <a:avLst/>
          </a:prstGeom>
        </p:spPr>
      </p:pic>
      <p:pic>
        <p:nvPicPr>
          <p:cNvPr id="64" name="Picture 63">
            <a:extLst>
              <a:ext uri="{FF2B5EF4-FFF2-40B4-BE49-F238E27FC236}">
                <a16:creationId xmlns:a16="http://schemas.microsoft.com/office/drawing/2014/main" id="{75464F77-BABE-4548-9806-7E8A5C9BB9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68526" y="20003348"/>
            <a:ext cx="4897578" cy="3432851"/>
          </a:xfrm>
          <a:prstGeom prst="rect">
            <a:avLst/>
          </a:prstGeom>
        </p:spPr>
      </p:pic>
      <p:pic>
        <p:nvPicPr>
          <p:cNvPr id="70" name="Picture 69">
            <a:extLst>
              <a:ext uri="{FF2B5EF4-FFF2-40B4-BE49-F238E27FC236}">
                <a16:creationId xmlns:a16="http://schemas.microsoft.com/office/drawing/2014/main" id="{656EF869-D941-4CD6-B1CD-C28E6717469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526214" y="11797491"/>
            <a:ext cx="8807979" cy="3892968"/>
          </a:xfrm>
          <a:prstGeom prst="rect">
            <a:avLst/>
          </a:prstGeom>
        </p:spPr>
      </p:pic>
    </p:spTree>
    <p:extLst>
      <p:ext uri="{BB962C8B-B14F-4D97-AF65-F5344CB8AC3E}">
        <p14:creationId xmlns:p14="http://schemas.microsoft.com/office/powerpoint/2010/main" val="36876292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953</TotalTime>
  <Words>428</Words>
  <Application>Microsoft Office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Poppins</vt:lpstr>
      <vt:lpstr>Poppins Light</vt:lpstr>
      <vt:lpstr>Poppins SemiBold</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dc:creator>
  <cp:lastModifiedBy>Mennatallah Osama Khalil Khalil Ibrahim</cp:lastModifiedBy>
  <cp:revision>60</cp:revision>
  <dcterms:created xsi:type="dcterms:W3CDTF">2022-05-31T00:32:44Z</dcterms:created>
  <dcterms:modified xsi:type="dcterms:W3CDTF">2025-12-20T23:03:31Z</dcterms:modified>
</cp:coreProperties>
</file>